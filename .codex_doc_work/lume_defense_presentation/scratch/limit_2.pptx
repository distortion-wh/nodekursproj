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0:00-0:30.
Уважаемые члены комиссии, тема моего дипломного проекта - разработка веб-приложения Lume для видеозвонков и обмена сообщениями. В докладе я кратко покажу актуальность задачи, архитектуру, основные функции, результаты тестирования и экономическое обоснование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Время: 0:30-1:10.
Актуальность проекта связана с тем, что пользователям нужна единая среда для коммуникации: не только сообщения, но и файлы, звонки, управление доступом и модерация. Целью работы стала разработка веб-приложения Lume, которое объединяет эти сценарии в браузере и может применяться индивидуальными пользователями, учебными группами и небольшими командами.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БГТУ | дипломный проект |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58368" y="987552"/>
            <a:ext cx="21945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98448"/>
            <a:ext cx="9966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веб-приложения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«Lume» для видеозвонков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обмена сообщениями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94944" y="3895344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 / Node.js + Express / PostgreSQL / Socket.IO / WebRTC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5486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Студент: Шатерник Глеб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 доклада: 8 минут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38360" y="533095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549640" y="5870448"/>
            <a:ext cx="288036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58368" y="1106424"/>
            <a:ext cx="18288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243584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решает задачу единой управляемой среды цифрового общения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13232" y="1883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49808" y="2651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цифровая коммуникация требует переписки, звонков и обмена файлами в одном окне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сторонние платформы ограничивают контроль над данными, ролями и правилами доступа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968496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для учебных групп, команд и сообществ важны простота, безопасность и управляемость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0" cy="347472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9019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РАЗРАБОТКИ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434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«Lume» для личного и группового общения пользователей с поддержкой сообщений, файлов, голосовых и видеозвонков, системы друзей, персонализации профиля, модерации и администрирования.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91286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сообщения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801014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файлы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910742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10204704" y="4434840"/>
            <a:ext cx="932688" cy="384048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016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0" y="45445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9525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09960" y="638251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БГТУ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веб-приложения Lume для видеозвонков и обмена сообщениями</dc:title>
  <dc:subject>Презентация для защиты дипломного проекта</dc:subject>
  <dc:creator>Шатерник Глеб</dc:creator>
  <cp:lastModifiedBy>Шатерник Глеб</cp:lastModifiedBy>
  <cp:revision>1</cp:revision>
  <dcterms:created xsi:type="dcterms:W3CDTF">2026-05-25T01:53:51Z</dcterms:created>
  <dcterms:modified xsi:type="dcterms:W3CDTF">2026-05-25T01:53:51Z</dcterms:modified>
</cp:coreProperties>
</file>