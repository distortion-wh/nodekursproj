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3:05-3:55.
Архитектура разделена на клиентскую часть, серверный API, базу данных, объектное хранилище и сервисы реального времени. Клиент написан на React и TypeScript. Серверная часть использует Node.js и Express, а внутри разделена на маршруты, контроллеры и сервисы. PostgreSQL хранит основные данные, MinIO вынесен для медиафайлов. Socket.IO отвечает за события чатов, WebRTC и mediasoup - за звонки. Для развертывания подготовлены Docker, Docker Compose и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3:55-4:35.
База данных включает 22 таблицы, объединенные внешними ключами. Их можно разделить на четыре группы: основные таблицы пользователей, ролей, чатов и друзей; таблицы коммуникации; таблицы модерации; служебные таблицы для кодов подтверждения и журналов. Безопасность обеспечивается JWT-токенами, хешированием паролей через bcryptjs, проверкой ролей по актуальным данным базы, email-подтверждением и валидацией входных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4:35-5:15.
Для обмена сообщениями используется событийная модель Socket.IO. При отправке сообщения сервер проверяет токен и права пользователя, сохраняет запись в PostgreSQL и рассылает событие только участникам нужной комнаты. Для видеосвязи реализована логика мониторинга качества соединения: анализируются RTT, джиттер, потери пакетов и пропускная способность. При прогнозируемой деградации битрейт снижается, а после стабилизации плавно восстанавливается.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5:15-5:55.
На слайде показан пользовательский интерфейс. После входа пользователь видит рабочую область с навигацией по чатам и друзьям, область переписки и панель действий. Через интерфейс можно отправлять сообщения, файлы, реакции, стикеры, работать с медиа и управлять профилем. Отдельное внимание уделено персонализации профиля, чтобы пользователь мог настроить внешний вид и данные аккаунта.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API, база данных, хранилище и сервисы реального времени разделены по ответственности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0332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133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307592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4173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таблицы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65392" y="2441448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5511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медиафайлы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447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чатов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3337560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4472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mediasoup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281160" y="233172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4414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развертывание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788920" y="2231136"/>
            <a:ext cx="8229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737360"/>
            <a:ext cx="731520" cy="301752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7785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386584"/>
            <a:ext cx="731520" cy="27432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33472"/>
            <a:ext cx="0" cy="5943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8392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657600"/>
            <a:ext cx="7315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743200"/>
            <a:ext cx="5029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510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→ Controllers → Services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обслуживает бизнес-операции и проверку доступа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82296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доставляет сообщения, реакции и системные события без опроса сервера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822960" y="5980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Compose обеспечивает воспроизводимое окружение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безопасность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поддерживает коммуникацию, роли, модерацию и служебные процессы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PostgreSQL связаны внешними ключами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группы данных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063240"/>
            <a:ext cx="475488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564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основные сущности: users, profiles, roles, chats, friends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коммуникация: messages, reactions, mentions, reads, polls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модерация: reports, warnings, bans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6085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служебные таблицы: коды регистрации, сброс пароля, app_logs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ЗАЩИТЫ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73952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access/refresh токены для HTTP и Socket.IO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473952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 для хеширования паролей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47395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ролей по актуальным данным БД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73952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email-коды регистрации и восстановления доступа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73952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валидация входных данных на уровне API и клиента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время и видеосвязь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пользовательские действия выполняются без перезагрузки страницы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СООБЩЕНИЯ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22199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14223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БД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6247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room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98271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5820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8621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UI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сервер сохраняет сообщение и рассылает событие только участникам chat_id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822960" y="35661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реакции, удаления и системные уведомления синхронизируются тем же каналом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49808" y="4069080"/>
            <a:ext cx="1065276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708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ВИДЕОЗВОНКА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7183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сбор RTT, джиттера, потери пакетов и пропускной способности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2960" y="5102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прогноз деградации сети на 2 секунды вперед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 риске сбоя битрейт снижается до 500 кбит/с, затем плавно восстанавливается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пользователя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экран объединяет навигацию, переписку, медиа и управление профилем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516636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1194"/>
            <a:ext cx="5166360" cy="2324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41605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рабочая область и чат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9" name="Image 1" descr="E:\1LABS\kp\nodekursproj-main1\.codex_doc_work\zapiska_media\image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21694"/>
            <a:ext cx="2286000" cy="11630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и видеосценарии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891540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2" name="Image 2" descr="E:\1LABS\kp\nodekursproj-main1\.codex_doc_work\zapiska_media\image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874653"/>
            <a:ext cx="2286000" cy="20571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профиля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77240" y="4892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слева: чаты, друзья, входящие заявки и поиск пользователей</a:t>
            </a:r>
            <a:endParaRPr lang="en-US" sz="1480" dirty="0"/>
          </a:p>
        </p:txBody>
      </p:sp>
      <p:sp>
        <p:nvSpPr>
          <p:cNvPr id="15" name="Text 10"/>
          <p:cNvSpPr/>
          <p:nvPr/>
        </p:nvSpPr>
        <p:spPr>
          <a:xfrm>
            <a:off x="777240" y="52395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центре: переписка, вложения, реакции, стикеры и действия над сообщениями</a:t>
            </a:r>
            <a:endParaRPr lang="en-US" sz="1480" dirty="0"/>
          </a:p>
        </p:txBody>
      </p:sp>
      <p:sp>
        <p:nvSpPr>
          <p:cNvPr id="16" name="Text 11"/>
          <p:cNvSpPr/>
          <p:nvPr/>
        </p:nvSpPr>
        <p:spPr>
          <a:xfrm>
            <a:off x="777240" y="558698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профиле: аватар, фон, цвета, бейджи и смена пароля</a:t>
            </a:r>
            <a:endParaRPr lang="en-US" sz="1480" dirty="0"/>
          </a:p>
        </p:txBody>
      </p:sp>
      <p:sp>
        <p:nvSpPr>
          <p:cNvPr id="17" name="Shape 1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2026-05-25T01:53:52Z</dcterms:created>
  <dcterms:modified xsi:type="dcterms:W3CDTF">2026-05-25T01:53:52Z</dcterms:modified>
</cp:coreProperties>
</file>