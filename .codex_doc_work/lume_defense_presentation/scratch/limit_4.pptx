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0:00-0:30.
Уважаемые члены комиссии, тема моего дипломного проекта - разработка веб-приложения Lume для видеозвонков и обмена сообщениями. В докладе я кратко покажу актуальность задачи, архитектуру, основные функции, результаты тестирования и экономическое обоснование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0:30-1:10.
Актуальность проекта связана с тем, что пользователям нужна единая среда для коммуникации: не только сообщения, но и файлы, звонки, управление доступом и модерация. Целью работы стала разработка веб-приложения Lume, которое объединяет эти сценарии в браузере и может применяться индивидуальными пользователями, учебными группами и небольшими командами.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1:10-1:45.
Для достижения цели были поставлены шесть задач. Сначала я изучил существующие решения, затем спроектировал требования, архитектуру, базу данных и интерфейс. После этого были реализованы клиентская и серверная части, выполнено тестирование, подготовлено руководство пользователя и рассчитаны экономические показатели.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1:45-2:25.
В аналитическом разделе были рассмотрены Zoom, Discord и Google Meet. Zoom силен в видеоконференциях, но не закрывает постоянные чаты и социальную модель. Discord лучше подходит для сообществ, но сложен и остается внешней платформой. Google Meet удобен для встреч, но не решает задачу постоянного обмена сообщениями. Поэтому Lume строился как объединение сообщений, звонков, друзей, ролей и модерации в одном веб-приложении.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БГТУ | дипломный проект |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21945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98448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веб-приложения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«Lume» для видеозвонков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обмена сообщениями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4944" y="38953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/ Node.js + Express / PostgreSQL / Socket.IO / WebRTC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5486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Шатерник Глеб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доклада: 8 минут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5330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49640" y="5870448"/>
            <a:ext cx="28803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цель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задачу единой управляемой среды цифрового общения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883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цифровая коммуникация требует переписки, звонков и обмена файлами в одном окне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3101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сторонние платформы ограничивают контроль над данными, ролями и правилами доступа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9684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учебных групп, команд и сообществ важны простота, безопасность и управляемость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0" cy="347472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РАЗРАБОТКИ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веб-приложение «Lume» для личного и группового общения пользователей с поддержкой сообщений, файлов, голосовых и видеозвонков, системы друзей, персонализации профиля, модерации и администрирования.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1286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1014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10742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1020470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дипломного проекта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охватила полный цикл: от анализа аналогов до экономического обоснования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194767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7647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аналоги: Zoom, Discord, Google Meet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4414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34440" y="2606040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требования и спроектировать архитектуру приложения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30998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34440" y="3264408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081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структуру базы данных и пользовательский интерфейс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37581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234440" y="3922776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7398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клиентскую и серверную части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441655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234440" y="4581144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4398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работоспособность ключевых функций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34440" y="523951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50566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руководство пользователя и экономический расчет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аналогов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сравнения выделены функции, которые должны быть объединены в Lume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1078992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10512"/>
            <a:ext cx="10789920" cy="5372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7452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187452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сторона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1304" y="187452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для проекта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13232" y="234772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1173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241173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стабильные видеоконференции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1304" y="241173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постоянного контекста чатов и системы друзей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3232" y="288493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94894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294894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сообщества, каналы, голосовая связь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304" y="294894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избыточная сложность и зависимость от внешней платформы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13232" y="342214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48615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Meet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03704" y="348615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вход во встречу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348615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на сессии, а не на постоянной коммуникации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3152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для разработки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86384" y="49377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объединить переписку, видеосвязь, друзей и роли в одном веб-приложении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86384" y="533095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оставить интерфейс проще корпоративных платформ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86384" y="572414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сделать модерацию и администрирование частью основной системы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БГТУ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Lume для видеозвонков и обмена сообщениями</dc:title>
  <dc:subject>Презентация для защиты дипломного проекта</dc:subject>
  <dc:creator>Шатерник Глеб</dc:creator>
  <cp:lastModifiedBy>Шатерник Глеб</cp:lastModifiedBy>
  <cp:revision>1</cp:revision>
  <dcterms:created xsi:type="dcterms:W3CDTF">2026-05-25T01:53:51Z</dcterms:created>
  <dcterms:modified xsi:type="dcterms:W3CDTF">2026-05-25T01:53:51Z</dcterms:modified>
</cp:coreProperties>
</file>