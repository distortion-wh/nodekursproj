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1:10-1:45.
Для достижения цели были поставлены шесть задач. Сначала я изучил существующие решения, затем спроектировал требования, архитектуру, базу данных и интерфейс. После этого были реализованы клиентская и серверная части, выполнено тестирование, подготовлено руководство пользователя и рассчитаны экономические показатели.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1:45-2:25.
В аналитическом разделе были рассмотрены Zoom, Discord и Google Meet. Zoom силен в видеоконференциях, но не закрывает постоянные чаты и социальную модель. Discord лучше подходит для сообществ, но сложен и остается внешней платформой. Google Meet удобен для встреч, но не решает задачу постоянного обмена сообщениями. Поэтому Lume строился как объединение сообщений, звонков, друзей, ролей и модерации в одном веб-приложении.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2:25-3:05.
Функционально приложение закрывает основные сценарии коммуникации. Пользователь может зарегистрироваться, подтвердить email, настроить профиль, добавить друзей, вести личные и групповые чаты. В сообщениях реализованы ответы, пересылка, реакции, стикеры, файлы, опросы и отложенная отправка. Для контроля порядка предусмотрены роли внутри чатов, жалобы, предупреждения, блокировки, журналы событий и административная панель.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3:05-3:55.
Архитектура разделена на клиентскую часть, серверный API, базу данных, объектное хранилище и сервисы реального времени. Клиент написан на React и TypeScript. Серверная часть использует Node.js и Express, а внутри разделена на маршруты, контроллеры и сервисы. PostgreSQL хранит основные данные, MinIO вынесен для медиафайлов. Socket.IO отвечает за события чатов, WebRTC и mediasoup - за звонки. Для развертывания подготовлены Docker, Docker Compose и Nginx.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3:55-4:35.
База данных включает 22 таблицы, объединенные внешними ключами. Их можно разделить на четыре группы: основные таблицы пользователей, ролей, чатов и друзей; таблицы коммуникации; таблицы модерации; служебные таблицы для кодов подтверждения и журналов. Безопасность обеспечивается JWT-токенами, хешированием паролей через bcryptjs, проверкой ролей по актуальным данным базы, email-подтверждением и валидацией входных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4:35-5:15.
Для обмена сообщениями используется событийная модель Socket.IO. При отправке сообщения сервер проверяет токен и права пользователя, сохраняет запись в PostgreSQL и рассылает событие только участникам нужной комнаты. Для видеосвязи реализована логика мониторинга качества соединения: анализируются RTT, джиттер, потери пакетов и пропускная способность. При прогнозируемой деградации битрейт снижается, а после стабилизации плавно восстанавливается.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286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0742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дипломного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охватила полный цикл: от анализа аналогов до экономического обоснования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4767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764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аналоги: Zoom, Discord, Google Meet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4414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606040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требования и спроектировать архитектуру приложения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0998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3264408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базы данных и пользовательский интерфейс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37581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34440" y="3922776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клиентскую и серверную части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4165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34440" y="4581144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398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работоспособность ключевых функций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34440" y="523951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руководство пользователя и экономический расчет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сравнения выделены функции, которые должны быть объединены в Lume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107899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10789920" cy="5372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87452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304" y="187452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для проекта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13232" y="234772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173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241173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стабильные видеоконференции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241173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постоянного контекста чатов и системы друзей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88493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94894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94894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сообщества, каналы, голосовая связь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294894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избыточная сложность и зависимость от внешней платформы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13232" y="342214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48615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348615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вход во встречу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348615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сессии, а не на постоянной коммуникации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разработки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86384" y="49377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объединить переписку, видеосвязь, друзей и роли в одном веб-приложении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6384" y="53309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оставить интерфейс проще корпоративных платформ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6384" y="5724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сделать модерацию и администрирование частью основной системы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возможности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поддерживает сценарии гостя, пользователя, модератора и администратора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регистрация, email-подтверждение, восстановление пароля</a:t>
            </a:r>
            <a:endParaRPr lang="en-US" sz="157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профиль, аватар, оформление и список друзей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личные и групповые чаты</a:t>
            </a:r>
            <a:endParaRPr lang="en-US" sz="157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27648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сообщения, ответы, пересылка, удаление и закрепление</a:t>
            </a:r>
            <a:endParaRPr lang="en-US" sz="1570" dirty="0"/>
          </a:p>
        </p:txBody>
      </p:sp>
      <p:sp>
        <p:nvSpPr>
          <p:cNvPr id="11" name="Text 9"/>
          <p:cNvSpPr/>
          <p:nvPr/>
        </p:nvSpPr>
        <p:spPr>
          <a:xfrm>
            <a:off x="6327648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файлы, стикеры, реакции, опросы и отложенные сообщения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6327648" y="2999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голосовые и видеозвонки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749808" y="4069080"/>
            <a:ext cx="1060704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34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КОНТРОЛЬ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ролевые права внутри чатов: member, trusted, moderator, owner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777240" y="522122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жалобы, предупреждения, блокировки, журналы событий</a:t>
            </a:r>
            <a:endParaRPr lang="en-US" sz="1570" dirty="0"/>
          </a:p>
        </p:txBody>
      </p:sp>
      <p:sp>
        <p:nvSpPr>
          <p:cNvPr id="17" name="Text 15"/>
          <p:cNvSpPr/>
          <p:nvPr/>
        </p:nvSpPr>
        <p:spPr>
          <a:xfrm>
            <a:off x="777240" y="566013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админ-панель для пользователей, чатов, рассылок и статистики</a:t>
            </a:r>
            <a:endParaRPr lang="en-US" sz="1570" dirty="0"/>
          </a:p>
        </p:txBody>
      </p:sp>
      <p:sp>
        <p:nvSpPr>
          <p:cNvPr id="18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решения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Клиент, API, база данных, хранилище и сервисы реального времени разделены по ответственности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70332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3133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65392" y="1307592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4173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таблицы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65392" y="2441448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5511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медиафайлы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703320" y="333756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344728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чатов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65392" y="3337560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44728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/ mediasoup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281160" y="233172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176" y="24414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Nginx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развертывание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788920" y="2231136"/>
            <a:ext cx="8229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121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737360"/>
            <a:ext cx="731520" cy="301752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7785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386584"/>
            <a:ext cx="731520" cy="27432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33472"/>
            <a:ext cx="0" cy="5943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8392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657600"/>
            <a:ext cx="7315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7608" y="3547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2743200"/>
            <a:ext cx="5029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5108" y="2633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800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→ Controllers → Services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53218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обслуживает бизнес-операции и проверку доступа</a:t>
            </a:r>
            <a:endParaRPr lang="en-US" sz="1470" dirty="0"/>
          </a:p>
        </p:txBody>
      </p:sp>
      <p:sp>
        <p:nvSpPr>
          <p:cNvPr id="33" name="Text 31"/>
          <p:cNvSpPr/>
          <p:nvPr/>
        </p:nvSpPr>
        <p:spPr>
          <a:xfrm>
            <a:off x="82296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доставляет сообщения, реакции и системные события без опроса сервера</a:t>
            </a:r>
            <a:endParaRPr lang="en-US" sz="1470" dirty="0"/>
          </a:p>
        </p:txBody>
      </p:sp>
      <p:sp>
        <p:nvSpPr>
          <p:cNvPr id="34" name="Text 32"/>
          <p:cNvSpPr/>
          <p:nvPr/>
        </p:nvSpPr>
        <p:spPr>
          <a:xfrm>
            <a:off x="822960" y="598017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 Compose обеспечивает воспроизводимое окружение</a:t>
            </a:r>
            <a:endParaRPr lang="en-US" sz="1470" dirty="0"/>
          </a:p>
        </p:txBody>
      </p:sp>
      <p:sp>
        <p:nvSpPr>
          <p:cNvPr id="35" name="Shape 3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безопасность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 поддерживает коммуникацию, роли, модерацию и служебные процессы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PostgreSQL связаны внешними ключами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3063240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 группы данных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3063240"/>
            <a:ext cx="475488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564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основные сущности: users, profiles, roles, chats, friends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коммуникация: messages, reactions, mentions, reads, polls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2245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модерация: reports, warnings, bans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460857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служебные таблицы: коды регистрации, сброс пароля, app_logs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МЕХАНИЗМЫ ЗАЩИТЫ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73952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access/refresh токены для HTTP и Socket.IO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6473952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bcryptjs для хеширования паролей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473952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проверка ролей по актуальным данным БД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73952" y="3639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email-коды регистрации и восстановления доступа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473952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валидация входных данных на уровне API и клиента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Реальное время и видеосвязь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пользовательские действия выполняются без перезагрузки страницы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ОТПРАВКА СООБЩЕНИЯ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222199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000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549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прав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414223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БД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06247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room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98271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5820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8621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UI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22960" y="3182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сервер сохраняет сообщение и рассылает событие только участникам chat_id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822960" y="35661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реакции, удаления и системные уведомления синхронизируются тем же каналом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749808" y="4069080"/>
            <a:ext cx="1065276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3708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ВИДЕОЗВОНКА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47183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сбор RTT, джиттера, потери пакетов и пропускной способности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822960" y="5102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прогноз деградации сети на 2 секунды вперед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 риске сбоя битрейт снижается до 500 кбит/с, затем плавно восстанавливается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2026-05-25T01:53:52Z</dcterms:created>
  <dcterms:modified xsi:type="dcterms:W3CDTF">2026-05-25T01:53:52Z</dcterms:modified>
</cp:coreProperties>
</file>