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0:00-0:30.
Уважаемые члены комиссии, тема моего дипломного проекта - разработка веб-приложения Lume для видеозвонков и обмена сообщениями. В докладе я кратко покажу актуальность задачи, архитектуру, основные функции, результаты тестирования и экономическое обоснование проекта.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0:30-1:10.
Актуальность проекта связана с тем, что пользователям нужна единая среда для коммуникации: не только сообщения, но и файлы, звонки, управление доступом и модерация. Целью работы стала разработка веб-приложения Lume, которое объединяет эти сценарии в браузере и может применяться индивидуальными пользователями, учебными группами и небольшими командами.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1:10-1:45.
Для достижения цели были поставлены шесть задач. Сначала я изучил существующие решения, затем спроектировал требования, архитектуру, базу данных и интерфейс. После этого были реализованы клиентская и серверная части, выполнено тестирование, подготовлено руководство пользователя и рассчитаны экономические показатели.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1:45-2:25.
В аналитическом разделе были рассмотрены Zoom, Discord и Google Meet. Zoom силен в видеоконференциях, но не закрывает постоянные чаты и социальную модель. Discord лучше подходит для сообществ, но сложен и остается внешней платформой. Google Meet удобен для встреч, но не решает задачу постоянного обмена сообщениями. Поэтому Lume строился как объединение сообщений, звонков, друзей, ролей и модерации в одном веб-приложении.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2:25-3:05.
Функционально приложение закрывает основные сценарии коммуникации. Пользователь может зарегистрироваться, подтвердить email, настроить профиль, добавить друзей, вести личные и групповые чаты. В сообщениях реализованы ответы, пересылка, реакции, стикеры, файлы, опросы и отложенная отправка. Для контроля порядка предусмотрены роли внутри чатов, жалобы, предупреждения, блокировки, журналы событий и административная панель.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БГТУ | дипломный проект |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58368" y="987552"/>
            <a:ext cx="219456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98448"/>
            <a:ext cx="9966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веб-приложения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«Lume» для видеозвонков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обмена сообщениями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94944" y="389534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 / Node.js + Express / PostgreSQL / Socket.IO / WebRTC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94944" y="548640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Студент: Шатерник Глеб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 доклада: 8 минут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38360" y="53309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549640" y="5870448"/>
            <a:ext cx="288036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 и цель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решает задачу единой управляемой среды цифрового общения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13232" y="18836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важно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49808" y="26517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цифровая коммуникация требует переписки, звонков и обмена файлами в одном окне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33101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сторонние платформы ограничивают контроль над данными, ролями и правилами доступа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9808" y="396849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для учебных групп, команд и сообществ важны простота, безопасность и управляемость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0" cy="347472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19019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РАЗРАБОТКИ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903720" y="2221992"/>
            <a:ext cx="4434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веб-приложение «Lume» для личного и группового общения пользователей с поддержкой сообщений, файлов, голосовых и видеозвонков, системы друзей, персонализации профиля, модерации и администрирования.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91286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сообщения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801014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файлы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910742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звонки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1020470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модерация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дипломного проекта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охватила полный цикл: от анализа аналогов до экономического обоснования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8308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234440" y="1947672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176479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Проанализировать аналоги: Zoom, Discord, Google Meet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244144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234440" y="2606040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24231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Сформировать требования и спроектировать архитектуру приложения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309981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234440" y="3264408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308152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структуру базы данных и пользовательский интерфейс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9808" y="375818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234440" y="3922776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373989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Реализовать клиентскую и серверную части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9808" y="441655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234440" y="4581144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439826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работоспособность ключевых функций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" y="507492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234440" y="5239512"/>
            <a:ext cx="475488" cy="0"/>
          </a:xfrm>
          <a:prstGeom prst="line">
            <a:avLst/>
          </a:prstGeom>
          <a:noFill/>
          <a:ln w="10160">
            <a:solidFill>
              <a:srgbClr val="9A9A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74520" y="505663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Подготовить руководство пользователя и экономический расчет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аналогов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сравнения выделены функции, которые должны быть объединены в Lume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810512"/>
            <a:ext cx="10789920" cy="2148840"/>
          </a:xfrm>
          <a:prstGeom prst="rect">
            <a:avLst/>
          </a:prstGeom>
          <a:solidFill>
            <a:srgbClr val="FFFFFF">
              <a:alpha val="0"/>
            </a:srgbClr>
          </a:solidFill>
          <a:ln w="7620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10512"/>
            <a:ext cx="10789920" cy="53721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87452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Аналог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03704" y="187452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Сильная сторона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61304" y="187452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Ограничение для проекта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713232" y="2347722"/>
            <a:ext cx="1078992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41173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03704" y="241173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стабильные видеоконференции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61304" y="241173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постоянного контекста чатов и системы друзей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13232" y="2884932"/>
            <a:ext cx="1078992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294894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294894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сообщества, каналы, голосовая связь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61304" y="294894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избыточная сложность и зависимость от внешней платформы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713232" y="3422142"/>
            <a:ext cx="10789920" cy="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3486150"/>
            <a:ext cx="127101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Meet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21305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03704" y="3486150"/>
            <a:ext cx="35112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быстрый вход во встречу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788152" y="1810512"/>
            <a:ext cx="0" cy="2148840"/>
          </a:xfrm>
          <a:prstGeom prst="line">
            <a:avLst/>
          </a:prstGeom>
          <a:noFill/>
          <a:ln w="7620">
            <a:solidFill>
              <a:srgbClr val="D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3486150"/>
            <a:ext cx="5568696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фокус на сессии, а не на постоянной коммуникации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731520" y="4434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 для разработки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786384" y="493776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объединить переписку, видеосвязь, друзей и роли в одном веб-приложении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786384" y="533095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оставить интерфейс проще корпоративных платформ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86384" y="572414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сделать модерацию и администрирование частью основной системы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 возможности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поддерживает сценарии гостя, пользователя, модератора и администратора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9808" y="17373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20848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регистрация, email-подтверждение, восстановление пароля</a:t>
            </a:r>
            <a:endParaRPr lang="en-US" sz="157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профиль, аватар, оформление и список друзей</a:t>
            </a:r>
            <a:endParaRPr lang="en-US" sz="1570" dirty="0"/>
          </a:p>
        </p:txBody>
      </p:sp>
      <p:sp>
        <p:nvSpPr>
          <p:cNvPr id="8" name="Text 6"/>
          <p:cNvSpPr/>
          <p:nvPr/>
        </p:nvSpPr>
        <p:spPr>
          <a:xfrm>
            <a:off x="777240" y="29992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личные и групповые чаты</a:t>
            </a:r>
            <a:endParaRPr lang="en-US" sz="1570" dirty="0"/>
          </a:p>
        </p:txBody>
      </p:sp>
      <p:sp>
        <p:nvSpPr>
          <p:cNvPr id="9" name="Text 7"/>
          <p:cNvSpPr/>
          <p:nvPr/>
        </p:nvSpPr>
        <p:spPr>
          <a:xfrm>
            <a:off x="6309360" y="17373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КОММУНИКАЦИЯ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327648" y="20848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сообщения, ответы, пересылка, удаление и закрепление</a:t>
            </a:r>
            <a:endParaRPr lang="en-US" sz="1570" dirty="0"/>
          </a:p>
        </p:txBody>
      </p:sp>
      <p:sp>
        <p:nvSpPr>
          <p:cNvPr id="11" name="Text 9"/>
          <p:cNvSpPr/>
          <p:nvPr/>
        </p:nvSpPr>
        <p:spPr>
          <a:xfrm>
            <a:off x="6327648" y="25420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файлы, стикеры, реакции, опросы и отложенные сообщения</a:t>
            </a:r>
            <a:endParaRPr lang="en-US" sz="1570" dirty="0"/>
          </a:p>
        </p:txBody>
      </p:sp>
      <p:sp>
        <p:nvSpPr>
          <p:cNvPr id="12" name="Text 10"/>
          <p:cNvSpPr/>
          <p:nvPr/>
        </p:nvSpPr>
        <p:spPr>
          <a:xfrm>
            <a:off x="6327648" y="29992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голосовые и видеозвонки</a:t>
            </a:r>
            <a:endParaRPr lang="en-US" sz="1570" dirty="0"/>
          </a:p>
        </p:txBody>
      </p:sp>
      <p:sp>
        <p:nvSpPr>
          <p:cNvPr id="13" name="Shape 11"/>
          <p:cNvSpPr/>
          <p:nvPr/>
        </p:nvSpPr>
        <p:spPr>
          <a:xfrm>
            <a:off x="749808" y="4069080"/>
            <a:ext cx="10607040" cy="0"/>
          </a:xfrm>
          <a:prstGeom prst="line">
            <a:avLst/>
          </a:prstGeom>
          <a:noFill/>
          <a:ln w="1143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43484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И КОНТРОЛЬ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77240" y="478231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ролевые права внутри чатов: member, trusted, moderator, owner</a:t>
            </a:r>
            <a:endParaRPr lang="en-US" sz="1570" dirty="0"/>
          </a:p>
        </p:txBody>
      </p:sp>
      <p:sp>
        <p:nvSpPr>
          <p:cNvPr id="16" name="Text 14"/>
          <p:cNvSpPr/>
          <p:nvPr/>
        </p:nvSpPr>
        <p:spPr>
          <a:xfrm>
            <a:off x="777240" y="5221224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жалобы, предупреждения, блокировки, журналы событий</a:t>
            </a:r>
            <a:endParaRPr lang="en-US" sz="1570" dirty="0"/>
          </a:p>
        </p:txBody>
      </p:sp>
      <p:sp>
        <p:nvSpPr>
          <p:cNvPr id="17" name="Text 15"/>
          <p:cNvSpPr/>
          <p:nvPr/>
        </p:nvSpPr>
        <p:spPr>
          <a:xfrm>
            <a:off x="777240" y="5660136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админ-панель для пользователей, чатов, рассылок и статистики</a:t>
            </a:r>
            <a:endParaRPr lang="en-US" sz="1570" dirty="0"/>
          </a:p>
        </p:txBody>
      </p:sp>
      <p:sp>
        <p:nvSpPr>
          <p:cNvPr id="18" name="Shape 16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БГТУ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веб-приложения Lume для видеозвонков и обмена сообщениями</dc:title>
  <dc:subject>Презентация для защиты дипломного проекта</dc:subject>
  <dc:creator>Шатерник Глеб</dc:creator>
  <cp:lastModifiedBy>Шатерник Глеб</cp:lastModifiedBy>
  <cp:revision>1</cp:revision>
  <dcterms:created xsi:type="dcterms:W3CDTF">2026-05-25T01:53:52Z</dcterms:created>
  <dcterms:modified xsi:type="dcterms:W3CDTF">2026-05-25T01:53:52Z</dcterms:modified>
</cp:coreProperties>
</file>